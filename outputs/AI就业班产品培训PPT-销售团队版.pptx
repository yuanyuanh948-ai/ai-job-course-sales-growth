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011680"/>
            <a:ext cx="896112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Microsoft YaHei UI"/>
              </a:rPr>
              <a:t>AI就业班产品培训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3291840"/>
            <a:ext cx="78638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 UI"/>
              </a:rPr>
              <a:t>让销售听懂：模块作用、学生收获、服务交付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培训目标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今天不是学技术，而是学会讲清产品价值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听懂产品路径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听懂产品路径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会讲模块价值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会讲模块价值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避免结果型承诺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避免结果型承诺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一句话价值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看懂岗位 → 补齐能力 → 做出项目 → 整理材料 → 进入求职准备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5257800" cy="1234440"/>
          </a:xfrm>
          <a:prstGeom prst="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49631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 UI"/>
              </a:rPr>
              <a:t>产品不是课程表，而是一条求职准备路径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89864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 UI"/>
              </a:rPr>
              <a:t>产品不是课程表，而是一条求职准备路径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用户痛点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销售先讲痛点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49631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方向不清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89864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方向不清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33172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249631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基础不稳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289864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基础不稳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88620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050791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项目太弱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45312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项目太弱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88620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4050791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表达不深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445312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表达不深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目标人群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三类适配人群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49631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计算机学生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89864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项目弱、简历空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33172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249631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互联网转岗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289864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经验迁移到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88620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050791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跨专业人群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45312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需要清晰路径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88620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4050791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不适配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445312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不投入、不写代码、只期待结果承诺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产品路径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六个模块，一条主线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新手通识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新手通识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Python基础与实战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Python基础与实战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机器学习与深度学习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机器学习与深度学习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8620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4050791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Vibe 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45312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Vibe Coding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3886200"/>
            <a:ext cx="3520440" cy="1234440"/>
          </a:xfrm>
          <a:prstGeom prst="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4050791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 UI"/>
              </a:rPr>
              <a:t>就业技术栈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445312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 UI"/>
              </a:rPr>
              <a:t>就业技术栈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388620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4050791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综合项目与作品集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445312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综合项目与作品集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模块1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新手通识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60020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Microsoft YaHei UI"/>
              </a:rPr>
              <a:t>让学生从迷茫进入可执行状态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解决方向迷茫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解决方向迷茫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解决环境卡点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解决环境卡点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跑通项目入口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跑通项目入口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模块2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Python基础与实战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60020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Microsoft YaHei UI"/>
              </a:rPr>
              <a:t>补齐真实项目的底层执行能力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文件与数据处理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文件与数据处理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清洗与可视化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清洗与可视化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电商分析报告生成器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电商分析报告生成器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模块3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机器学习与深度学习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60020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Microsoft YaHei UI"/>
              </a:rPr>
              <a:t>从工具层表达升级到模型层理解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ML流水线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ML流水线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模型调优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模型调优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PyTorch与深度学习项目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PyTorch与深度学习项目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模块4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60020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Microsoft YaHei UI"/>
              </a:rPr>
              <a:t>借助 AI 提升项目开发效率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49631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读代码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89864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读代码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33172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249631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改代码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289864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改代码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88620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050791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定位报错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45312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定位报错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88620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4050791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拆任务推进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445312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拆任务推进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模块5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就业技术栈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60020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Microsoft YaHei UI"/>
              </a:rPr>
              <a:t>把 AI 能力转成就业作品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49631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RAG +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89864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RAG + Prompt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33172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249631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Agent 工作流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289864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Agent 工作流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88620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050791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Skill 封装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45312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Skill 封装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88620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4050791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MCP / Hooks / Harness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445312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MCP / Hooks / Harness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模块6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综合项目与作品集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60020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Microsoft YaHei UI"/>
              </a:rPr>
              <a:t>把学习结果变成求职材料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49631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89864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33172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249631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README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289864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README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88620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050791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复盘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45312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复盘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88620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4050791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简历项目描述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445312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简历项目描述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服务价值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服务不是赠品，是交付系统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入学启动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入学启动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过程监督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过程监督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答疑支持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答疑支持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8620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4050791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项目推进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45312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项目推进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388620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4050791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求职准备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445312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求职准备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388620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4050791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资料供给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445312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资料供给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销售方法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先痛点，再路径，最后成果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49631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先讲痛点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89864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先讲痛点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33172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249631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再讲路径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289864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再讲路径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88620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050791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讲可见产出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45312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讲可见产出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88620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4050791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讲服务保障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445312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讲服务保障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440680"/>
            <a:ext cx="5257800" cy="1234440"/>
          </a:xfrm>
          <a:prstGeom prst="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60527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 UI"/>
              </a:rPr>
              <a:t>讲边界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600760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 UI"/>
              </a:rPr>
              <a:t>讲边界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不要这样讲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三个禁区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不堆技术名词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不堆技术名词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不只说课很多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不只说课很多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不做结果型承诺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不做结果型承诺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用户讲法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三类用户，三种重点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学生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项目和面试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转岗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经验迁移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2331720"/>
            <a:ext cx="352044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2496312"/>
            <a:ext cx="319125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跨专业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2898648"/>
            <a:ext cx="319125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路径和门槛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成交模板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四句话讲完整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49631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一句话总价值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89864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一句话总价值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33172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2496312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模块价值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289864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模块价值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88620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050791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服务保障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45312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服务保障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886200"/>
            <a:ext cx="5257800" cy="1234440"/>
          </a:xfrm>
          <a:prstGeom prst="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4050791"/>
            <a:ext cx="492861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Microsoft YaHei UI"/>
              </a:rPr>
              <a:t>可见产出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4453128"/>
            <a:ext cx="49286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 UI"/>
              </a:rPr>
              <a:t>可见产出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071E3"/>
                </a:solidFill>
                <a:latin typeface="Microsoft YaHei UI"/>
              </a:rPr>
              <a:t>结尾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961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0">
                <a:solidFill>
                  <a:srgbClr val="1D1D1F"/>
                </a:solidFill>
                <a:latin typeface="Microsoft YaHei UI"/>
              </a:rPr>
              <a:t>路径 · 项目 · 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60020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Microsoft YaHei UI"/>
              </a:rPr>
              <a:t>销售不需要讲懂每节课，但要讲清学生最后能得到什么。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35508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E6E73"/>
                </a:solidFill>
                <a:latin typeface="Microsoft YaHei U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